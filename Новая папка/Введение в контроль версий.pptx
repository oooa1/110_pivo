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0569A07-F87D-4D6D-BE7D-BB0AA92A69D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0757F1D-4C25-492A-9C70-022BFDD48DA4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1317372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69A07-F87D-4D6D-BE7D-BB0AA92A69D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57F1D-4C25-492A-9C70-022BFDD48D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2147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569A07-F87D-4D6D-BE7D-BB0AA92A69D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0757F1D-4C25-492A-9C70-022BFDD48DA4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6799555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69A07-F87D-4D6D-BE7D-BB0AA92A69D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57F1D-4C25-492A-9C70-022BFDD48D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3580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69A07-F87D-4D6D-BE7D-BB0AA92A69D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57F1D-4C25-492A-9C70-022BFDD48D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881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69A07-F87D-4D6D-BE7D-BB0AA92A69D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57F1D-4C25-492A-9C70-022BFDD48D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9475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69A07-F87D-4D6D-BE7D-BB0AA92A69D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57F1D-4C25-492A-9C70-022BFDD48D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7786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569A07-F87D-4D6D-BE7D-BB0AA92A69D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0757F1D-4C25-492A-9C70-022BFDD48DA4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49319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569A07-F87D-4D6D-BE7D-BB0AA92A69D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0757F1D-4C25-492A-9C70-022BFDD48DA4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7237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69A07-F87D-4D6D-BE7D-BB0AA92A69D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57F1D-4C25-492A-9C70-022BFDD48D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8279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69A07-F87D-4D6D-BE7D-BB0AA92A69D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57F1D-4C25-492A-9C70-022BFDD48D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8315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90569A07-F87D-4D6D-BE7D-BB0AA92A69D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A0757F1D-4C25-492A-9C70-022BFDD48DA4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6498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ivan@example.com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CFCC0E-587F-40DA-BC48-A4463D3FFC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Введение в контроль версий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5F4ECF-95E1-46EA-B5AE-462577C27D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Основы </a:t>
            </a:r>
            <a:r>
              <a:rPr lang="ru-RU" dirty="0" err="1"/>
              <a:t>Git</a:t>
            </a:r>
            <a:r>
              <a:rPr lang="ru-RU" dirty="0"/>
              <a:t> и командной разработки</a:t>
            </a:r>
          </a:p>
        </p:txBody>
      </p:sp>
    </p:spTree>
    <p:extLst>
      <p:ext uri="{BB962C8B-B14F-4D97-AF65-F5344CB8AC3E}">
        <p14:creationId xmlns:p14="http://schemas.microsoft.com/office/powerpoint/2010/main" val="3685307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C1622B-7F3B-41AB-A727-2E513551A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Проблема</a:t>
            </a:r>
            <a:r>
              <a:rPr lang="en-US" dirty="0"/>
              <a:t> «Final_v2_new_fixed.html»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2A96CB-DD27-46DB-9E17-F3E7A9B49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Как мы обычно храним версии: создание копий файлов</a:t>
            </a:r>
          </a:p>
          <a:p>
            <a:r>
              <a:rPr lang="ru-RU" sz="2800" dirty="0"/>
              <a:t>Проблема 1: Сложно понять, что изменилось между версиями</a:t>
            </a:r>
          </a:p>
          <a:p>
            <a:r>
              <a:rPr lang="ru-RU" sz="2800" dirty="0"/>
              <a:t>Проблема 2: Легко запутаться и удалить актуальный код</a:t>
            </a:r>
          </a:p>
          <a:p>
            <a:r>
              <a:rPr lang="ru-RU" sz="2800" dirty="0"/>
              <a:t>Проблема 3: Невозможно работать вдвоем над одним файлом</a:t>
            </a:r>
          </a:p>
        </p:txBody>
      </p:sp>
    </p:spTree>
    <p:extLst>
      <p:ext uri="{BB962C8B-B14F-4D97-AF65-F5344CB8AC3E}">
        <p14:creationId xmlns:p14="http://schemas.microsoft.com/office/powerpoint/2010/main" val="3946185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3F0FAA-2B8D-4AEE-A122-94482CA6E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такое</a:t>
            </a:r>
            <a:r>
              <a:rPr lang="en-US" dirty="0"/>
              <a:t> VCS (Version Control System)?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7E21B8-2314-4F67-9665-52F58CDAB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b="1" dirty="0"/>
              <a:t>VCS</a:t>
            </a:r>
            <a:r>
              <a:rPr lang="ru-RU" sz="2800" dirty="0"/>
              <a:t> — это «машина времени» для вашего кода</a:t>
            </a:r>
          </a:p>
          <a:p>
            <a:r>
              <a:rPr lang="ru-RU" sz="2800" dirty="0"/>
              <a:t>Она записывает каждое изменение в специальную базу данных</a:t>
            </a:r>
          </a:p>
          <a:p>
            <a:r>
              <a:rPr lang="ru-RU" sz="2800" dirty="0"/>
              <a:t>Возможность вернуться в любую точку прошлого за секунду</a:t>
            </a:r>
          </a:p>
          <a:p>
            <a:r>
              <a:rPr lang="ru-RU" sz="2800" dirty="0"/>
              <a:t>Фиксация авторства: кто, когда и зачем изменил строку кода</a:t>
            </a:r>
          </a:p>
        </p:txBody>
      </p:sp>
    </p:spTree>
    <p:extLst>
      <p:ext uri="{BB962C8B-B14F-4D97-AF65-F5344CB8AC3E}">
        <p14:creationId xmlns:p14="http://schemas.microsoft.com/office/powerpoint/2010/main" val="259131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6E683A-F9AE-41A5-A6B5-CD3517A2D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 создания </a:t>
            </a:r>
            <a:r>
              <a:rPr lang="en-US" dirty="0"/>
              <a:t>Git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54272-2F2B-48D4-896C-CB118C406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Создатель: </a:t>
            </a:r>
            <a:r>
              <a:rPr lang="ru-RU" sz="2800" dirty="0" err="1"/>
              <a:t>Линус</a:t>
            </a:r>
            <a:r>
              <a:rPr lang="ru-RU" sz="2800" dirty="0"/>
              <a:t> </a:t>
            </a:r>
            <a:r>
              <a:rPr lang="ru-RU" sz="2800" dirty="0" err="1"/>
              <a:t>Торвальдс</a:t>
            </a:r>
            <a:r>
              <a:rPr lang="ru-RU" sz="2800" dirty="0"/>
              <a:t> (автор ядра </a:t>
            </a:r>
            <a:r>
              <a:rPr lang="ru-RU" sz="2800" dirty="0" err="1"/>
              <a:t>Linux</a:t>
            </a:r>
            <a:r>
              <a:rPr lang="ru-RU" sz="2800" dirty="0"/>
              <a:t>)</a:t>
            </a:r>
          </a:p>
          <a:p>
            <a:r>
              <a:rPr lang="ru-RU" sz="2800" dirty="0"/>
              <a:t>Год создания: 2005</a:t>
            </a:r>
          </a:p>
          <a:p>
            <a:r>
              <a:rPr lang="ru-RU" sz="2800" dirty="0"/>
              <a:t>Цель: Скорость, простота и полная децентрализация</a:t>
            </a:r>
          </a:p>
          <a:p>
            <a:r>
              <a:rPr lang="ru-RU" sz="2800" dirty="0"/>
              <a:t>Сегодня </a:t>
            </a:r>
            <a:r>
              <a:rPr lang="ru-RU" sz="2800" b="1" dirty="0" err="1"/>
              <a:t>Git</a:t>
            </a:r>
            <a:r>
              <a:rPr lang="ru-RU" sz="2800" dirty="0"/>
              <a:t> — стандарт индустрии (90%+ разработчиков используют его)</a:t>
            </a:r>
          </a:p>
        </p:txBody>
      </p:sp>
    </p:spTree>
    <p:extLst>
      <p:ext uri="{BB962C8B-B14F-4D97-AF65-F5344CB8AC3E}">
        <p14:creationId xmlns:p14="http://schemas.microsoft.com/office/powerpoint/2010/main" val="92994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63A45F-B37E-454B-BFE0-10C5A918F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Централизованные </a:t>
            </a:r>
            <a:r>
              <a:rPr lang="en-US" dirty="0"/>
              <a:t>vs </a:t>
            </a:r>
            <a:r>
              <a:rPr lang="ru-RU" dirty="0"/>
              <a:t>Распределенные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E12872-9289-4158-940A-A9F93CAE7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b="1" dirty="0"/>
              <a:t>Централизованные</a:t>
            </a:r>
            <a:r>
              <a:rPr lang="ru-RU" sz="2800" dirty="0"/>
              <a:t>: всё хранится на одном сервере (сломался сервер — работа встала)</a:t>
            </a:r>
          </a:p>
          <a:p>
            <a:r>
              <a:rPr lang="ru-RU" sz="2800" b="1" dirty="0"/>
              <a:t>Распределенные</a:t>
            </a:r>
            <a:r>
              <a:rPr lang="ru-RU" sz="2800" dirty="0"/>
              <a:t> (</a:t>
            </a:r>
            <a:r>
              <a:rPr lang="ru-RU" sz="2800" dirty="0" err="1"/>
              <a:t>Git</a:t>
            </a:r>
            <a:r>
              <a:rPr lang="ru-RU" sz="2800" dirty="0"/>
              <a:t>): копия всего проекта есть у каждого разработчика</a:t>
            </a:r>
          </a:p>
          <a:p>
            <a:r>
              <a:rPr lang="ru-RU" sz="2800" b="1" dirty="0"/>
              <a:t>Безопасность</a:t>
            </a:r>
            <a:r>
              <a:rPr lang="ru-RU" sz="2800" dirty="0"/>
              <a:t>: данные практически невозможно потерять</a:t>
            </a:r>
          </a:p>
          <a:p>
            <a:r>
              <a:rPr lang="ru-RU" sz="2800" b="1" dirty="0"/>
              <a:t>Работа без интернета</a:t>
            </a:r>
            <a:r>
              <a:rPr lang="ru-RU" sz="2800" dirty="0"/>
              <a:t>: можно делать правки в дороге или в лесу</a:t>
            </a:r>
          </a:p>
        </p:txBody>
      </p:sp>
    </p:spTree>
    <p:extLst>
      <p:ext uri="{BB962C8B-B14F-4D97-AF65-F5344CB8AC3E}">
        <p14:creationId xmlns:p14="http://schemas.microsoft.com/office/powerpoint/2010/main" val="1912249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C33EB3-139D-449A-87AB-E858CFD7A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Три состояния файла в </a:t>
            </a:r>
            <a:r>
              <a:rPr lang="ru-RU" dirty="0" err="1"/>
              <a:t>Git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11A95D-CFAD-47AF-A50C-5810D3FBB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b="1" dirty="0" err="1"/>
              <a:t>Modified</a:t>
            </a:r>
            <a:r>
              <a:rPr lang="ru-RU" sz="2800" dirty="0"/>
              <a:t> (Изменен): Вы внесли правки в код, но еще не сохранили их в базу</a:t>
            </a:r>
          </a:p>
          <a:p>
            <a:r>
              <a:rPr lang="ru-RU" sz="2800" b="1" dirty="0" err="1"/>
              <a:t>Staged</a:t>
            </a:r>
            <a:r>
              <a:rPr lang="ru-RU" sz="2800" dirty="0"/>
              <a:t> (Подготовлен): Вы отметили изменения для включения в следующий «снимок»</a:t>
            </a:r>
          </a:p>
          <a:p>
            <a:r>
              <a:rPr lang="ru-RU" sz="2800" b="1" dirty="0" err="1"/>
              <a:t>Committed</a:t>
            </a:r>
            <a:r>
              <a:rPr lang="ru-RU" sz="2800" dirty="0"/>
              <a:t> (Зафиксирован): Данные надежно сохранены в локальной базе </a:t>
            </a:r>
            <a:r>
              <a:rPr lang="ru-RU" sz="2800" dirty="0" err="1"/>
              <a:t>Git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770808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DDD129-035B-44AD-8D4B-8CCE955B9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этапы работы (</a:t>
            </a:r>
            <a:r>
              <a:rPr lang="en-US" dirty="0"/>
              <a:t>Workflow)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536C55-D68B-44CD-AA06-2D828F885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Редактирование файлов в рабочей директории</a:t>
            </a:r>
          </a:p>
          <a:p>
            <a:r>
              <a:rPr lang="ru-RU" sz="2800" dirty="0"/>
              <a:t>Подготовка файлов (</a:t>
            </a:r>
            <a:r>
              <a:rPr lang="ru-RU" sz="2800" i="1" dirty="0" err="1"/>
              <a:t>git</a:t>
            </a:r>
            <a:r>
              <a:rPr lang="ru-RU" sz="2800" i="1" dirty="0"/>
              <a:t> </a:t>
            </a:r>
            <a:r>
              <a:rPr lang="ru-RU" sz="2800" i="1" dirty="0" err="1"/>
              <a:t>add</a:t>
            </a:r>
            <a:r>
              <a:rPr lang="ru-RU" sz="2800" dirty="0"/>
              <a:t>)</a:t>
            </a:r>
          </a:p>
          <a:p>
            <a:r>
              <a:rPr lang="ru-RU" sz="2800" dirty="0"/>
              <a:t>Фиксация изменений (</a:t>
            </a:r>
            <a:r>
              <a:rPr lang="ru-RU" sz="2800" i="1" dirty="0" err="1"/>
              <a:t>git</a:t>
            </a:r>
            <a:r>
              <a:rPr lang="ru-RU" sz="2800" i="1" dirty="0"/>
              <a:t> </a:t>
            </a:r>
            <a:r>
              <a:rPr lang="ru-RU" sz="2800" i="1" dirty="0" err="1"/>
              <a:t>commit</a:t>
            </a:r>
            <a:r>
              <a:rPr lang="ru-RU" sz="2800" dirty="0"/>
              <a:t>)</a:t>
            </a:r>
          </a:p>
          <a:p>
            <a:r>
              <a:rPr lang="ru-RU" sz="2800" dirty="0"/>
              <a:t>Отправка в облако (</a:t>
            </a:r>
            <a:r>
              <a:rPr lang="ru-RU" sz="2800" i="1" dirty="0" err="1"/>
              <a:t>git</a:t>
            </a:r>
            <a:r>
              <a:rPr lang="ru-RU" sz="2800" i="1" dirty="0"/>
              <a:t> </a:t>
            </a:r>
            <a:r>
              <a:rPr lang="ru-RU" sz="2800" i="1" dirty="0" err="1"/>
              <a:t>push</a:t>
            </a:r>
            <a:r>
              <a:rPr lang="ru-RU" sz="2800" dirty="0"/>
              <a:t>) — об этом на следующей паре</a:t>
            </a:r>
          </a:p>
        </p:txBody>
      </p:sp>
    </p:spTree>
    <p:extLst>
      <p:ext uri="{BB962C8B-B14F-4D97-AF65-F5344CB8AC3E}">
        <p14:creationId xmlns:p14="http://schemas.microsoft.com/office/powerpoint/2010/main" val="1161676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3916A7-5CCB-4B81-A0C3-274F2400D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 </a:t>
            </a:r>
            <a:r>
              <a:rPr lang="en-US" dirty="0"/>
              <a:t>Git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41A98C-574A-4124-AAFF-98DB6A32C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Для </a:t>
            </a:r>
            <a:r>
              <a:rPr lang="en-US" sz="2800" dirty="0"/>
              <a:t>Windows: </a:t>
            </a:r>
            <a:r>
              <a:rPr lang="ru-RU" sz="2800" dirty="0"/>
              <a:t>скачивание с официального сайта </a:t>
            </a:r>
            <a:r>
              <a:rPr lang="en-US" sz="2800" dirty="0"/>
              <a:t>git-scm.com</a:t>
            </a:r>
            <a:endParaRPr lang="ru-RU" sz="2800" dirty="0"/>
          </a:p>
          <a:p>
            <a:r>
              <a:rPr lang="ru-RU" sz="2800" dirty="0"/>
              <a:t>Для </a:t>
            </a:r>
            <a:r>
              <a:rPr lang="en-US" sz="2800" dirty="0"/>
              <a:t>macOS: </a:t>
            </a:r>
            <a:r>
              <a:rPr lang="ru-RU" sz="2800" dirty="0"/>
              <a:t>через терминал (</a:t>
            </a:r>
            <a:r>
              <a:rPr lang="en-US" sz="2800" dirty="0"/>
              <a:t>brew install git) </a:t>
            </a:r>
            <a:r>
              <a:rPr lang="ru-RU" sz="2800" dirty="0"/>
              <a:t>или </a:t>
            </a:r>
            <a:r>
              <a:rPr lang="en-US" sz="2800" dirty="0" err="1"/>
              <a:t>Xcode</a:t>
            </a:r>
            <a:endParaRPr lang="ru-RU" sz="2800" dirty="0"/>
          </a:p>
          <a:p>
            <a:r>
              <a:rPr lang="ru-RU" sz="2800" dirty="0"/>
              <a:t>Для </a:t>
            </a:r>
            <a:r>
              <a:rPr lang="en-US" sz="2800" dirty="0"/>
              <a:t>Linux: </a:t>
            </a:r>
            <a:r>
              <a:rPr lang="ru-RU" sz="2800" dirty="0"/>
              <a:t>через пакетный менеджер (</a:t>
            </a:r>
            <a:r>
              <a:rPr lang="en-US" sz="2800" dirty="0" err="1"/>
              <a:t>sudo</a:t>
            </a:r>
            <a:r>
              <a:rPr lang="en-US" sz="2800" dirty="0"/>
              <a:t> apt install git)</a:t>
            </a:r>
            <a:endParaRPr lang="ru-RU" sz="2800" dirty="0"/>
          </a:p>
          <a:p>
            <a:r>
              <a:rPr lang="ru-RU" sz="2800" dirty="0"/>
              <a:t>Проверка установки: команда </a:t>
            </a:r>
            <a:r>
              <a:rPr lang="en-US" sz="2800" dirty="0"/>
              <a:t>git --version </a:t>
            </a:r>
            <a:r>
              <a:rPr lang="ru-RU" sz="2800" dirty="0"/>
              <a:t>в терминале</a:t>
            </a:r>
          </a:p>
        </p:txBody>
      </p:sp>
    </p:spTree>
    <p:extLst>
      <p:ext uri="{BB962C8B-B14F-4D97-AF65-F5344CB8AC3E}">
        <p14:creationId xmlns:p14="http://schemas.microsoft.com/office/powerpoint/2010/main" val="2035917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5D555C-9F68-4C75-8D8A-41786B79A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Первая настройка (</a:t>
            </a:r>
            <a:r>
              <a:rPr lang="en-US" dirty="0"/>
              <a:t>Identity)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4A54F0-2580-471C-9F84-0AC46BD51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Git </a:t>
            </a:r>
            <a:r>
              <a:rPr lang="ru-RU" sz="2800" dirty="0"/>
              <a:t>должен знать, кто автор кода</a:t>
            </a:r>
            <a:endParaRPr lang="en-US" sz="2800" dirty="0"/>
          </a:p>
          <a:p>
            <a:r>
              <a:rPr lang="ru-RU" sz="2800" dirty="0"/>
              <a:t>Команда: </a:t>
            </a:r>
            <a:r>
              <a:rPr lang="en-US" sz="2800" dirty="0"/>
              <a:t>git config --global user.name "Ivan Ivanov“</a:t>
            </a:r>
          </a:p>
          <a:p>
            <a:r>
              <a:rPr lang="ru-RU" sz="2800" dirty="0"/>
              <a:t>Команда: </a:t>
            </a:r>
            <a:r>
              <a:rPr lang="en-US" sz="2800" dirty="0"/>
              <a:t>git config --global </a:t>
            </a:r>
            <a:r>
              <a:rPr lang="en-US" sz="2800" dirty="0" err="1"/>
              <a:t>user.email</a:t>
            </a:r>
            <a:r>
              <a:rPr lang="en-US" sz="2800" dirty="0"/>
              <a:t> </a:t>
            </a:r>
            <a:r>
              <a:rPr lang="en-US" sz="2800" dirty="0">
                <a:hlinkClick r:id="rId2"/>
              </a:rPr>
              <a:t>ivan@example.com</a:t>
            </a:r>
            <a:endParaRPr lang="en-US" sz="2800" dirty="0"/>
          </a:p>
          <a:p>
            <a:r>
              <a:rPr lang="ru-RU" sz="2800" dirty="0"/>
              <a:t>Эти данные будут видны во всех ваших </a:t>
            </a:r>
            <a:r>
              <a:rPr lang="ru-RU" sz="2800" dirty="0" err="1"/>
              <a:t>коммитах</a:t>
            </a:r>
            <a:r>
              <a:rPr lang="ru-RU" sz="2800" dirty="0"/>
              <a:t> навсегда</a:t>
            </a:r>
          </a:p>
        </p:txBody>
      </p:sp>
    </p:spTree>
    <p:extLst>
      <p:ext uri="{BB962C8B-B14F-4D97-AF65-F5344CB8AC3E}">
        <p14:creationId xmlns:p14="http://schemas.microsoft.com/office/powerpoint/2010/main" val="2518955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B5A7A4-90EC-418C-9E14-15937DA0C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репозитория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410ED4-4379-4CD1-ABF2-75812C577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Репозиторий — это папка, за которой «следит» </a:t>
            </a:r>
            <a:r>
              <a:rPr lang="ru-RU" sz="2800" dirty="0" err="1"/>
              <a:t>Git</a:t>
            </a:r>
            <a:endParaRPr lang="en-US" sz="2800" dirty="0"/>
          </a:p>
          <a:p>
            <a:r>
              <a:rPr lang="ru-RU" sz="2800" dirty="0"/>
              <a:t>Команда </a:t>
            </a:r>
            <a:r>
              <a:rPr lang="ru-RU" sz="2800" i="1" dirty="0" err="1"/>
              <a:t>git</a:t>
            </a:r>
            <a:r>
              <a:rPr lang="ru-RU" sz="2800" i="1" dirty="0"/>
              <a:t> </a:t>
            </a:r>
            <a:r>
              <a:rPr lang="ru-RU" sz="2800" i="1" dirty="0" err="1"/>
              <a:t>init</a:t>
            </a:r>
            <a:r>
              <a:rPr lang="ru-RU" sz="2800" i="1" dirty="0"/>
              <a:t> </a:t>
            </a:r>
            <a:r>
              <a:rPr lang="ru-RU" sz="2800" dirty="0"/>
              <a:t>в папке проекта</a:t>
            </a:r>
            <a:endParaRPr lang="en-US" sz="2800" dirty="0"/>
          </a:p>
          <a:p>
            <a:r>
              <a:rPr lang="ru-RU" sz="2800" dirty="0"/>
              <a:t>Что происходит внутри: создание скрытой папки </a:t>
            </a:r>
            <a:r>
              <a:rPr lang="ru-RU" sz="2800" i="1" dirty="0"/>
              <a:t>.</a:t>
            </a:r>
            <a:r>
              <a:rPr lang="ru-RU" sz="2800" i="1" dirty="0" err="1"/>
              <a:t>git</a:t>
            </a:r>
            <a:endParaRPr lang="en-US" sz="2800" i="1" dirty="0"/>
          </a:p>
          <a:p>
            <a:r>
              <a:rPr lang="ru-RU" sz="2800" b="1" dirty="0"/>
              <a:t>Внимание</a:t>
            </a:r>
            <a:r>
              <a:rPr lang="ru-RU" sz="2800" dirty="0"/>
              <a:t>: никогда не удаляйте и не правьте папку </a:t>
            </a:r>
            <a:r>
              <a:rPr lang="ru-RU" sz="2800" i="1" dirty="0"/>
              <a:t>.</a:t>
            </a:r>
            <a:r>
              <a:rPr lang="ru-RU" sz="2800" i="1" dirty="0" err="1"/>
              <a:t>git</a:t>
            </a:r>
            <a:r>
              <a:rPr lang="ru-RU" sz="2800" i="1" dirty="0"/>
              <a:t> </a:t>
            </a:r>
            <a:r>
              <a:rPr lang="ru-RU" sz="2800" dirty="0"/>
              <a:t>вручную!</a:t>
            </a:r>
          </a:p>
        </p:txBody>
      </p:sp>
    </p:spTree>
    <p:extLst>
      <p:ext uri="{BB962C8B-B14F-4D97-AF65-F5344CB8AC3E}">
        <p14:creationId xmlns:p14="http://schemas.microsoft.com/office/powerpoint/2010/main" val="3771856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88FA18-A126-48F5-8FD0-DD1301201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Команда </a:t>
            </a:r>
            <a:r>
              <a:rPr lang="en-US" dirty="0"/>
              <a:t>Git Status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45CC39-0CCC-4B0D-8EAD-335CE9D0F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Главный помощник новичка: </a:t>
            </a:r>
            <a:r>
              <a:rPr lang="ru-RU" sz="2800" i="1" dirty="0" err="1"/>
              <a:t>git</a:t>
            </a:r>
            <a:r>
              <a:rPr lang="ru-RU" sz="2800" i="1" dirty="0"/>
              <a:t> </a:t>
            </a:r>
            <a:r>
              <a:rPr lang="ru-RU" sz="2800" i="1" dirty="0" err="1"/>
              <a:t>status</a:t>
            </a:r>
            <a:endParaRPr lang="en-US" sz="2800" i="1" dirty="0"/>
          </a:p>
          <a:p>
            <a:r>
              <a:rPr lang="ru-RU" sz="2800" dirty="0"/>
              <a:t>Показывает, в какой ветке мы находимся</a:t>
            </a:r>
            <a:endParaRPr lang="en-US" sz="2800" dirty="0"/>
          </a:p>
          <a:p>
            <a:r>
              <a:rPr lang="ru-RU" sz="2800" dirty="0"/>
              <a:t>Подсказывает, какие файлы изменены, а какие </a:t>
            </a:r>
            <a:r>
              <a:rPr lang="ru-RU" sz="2800" b="1" dirty="0" err="1"/>
              <a:t>Git</a:t>
            </a:r>
            <a:r>
              <a:rPr lang="ru-RU" sz="2800" dirty="0"/>
              <a:t> еще «не видит» (</a:t>
            </a:r>
            <a:r>
              <a:rPr lang="ru-RU" sz="2800" i="1" dirty="0" err="1"/>
              <a:t>untracked</a:t>
            </a:r>
            <a:r>
              <a:rPr lang="ru-RU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09675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294B60-FA4C-46DF-AAEC-6E478FE5F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Подготовка файлов (</a:t>
            </a:r>
            <a:r>
              <a:rPr lang="en-US" dirty="0"/>
              <a:t>git add)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8A39CF-4D4D-4374-8BA5-D62F8E7FB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Мы не всегда хотим сохранять всё сразу</a:t>
            </a:r>
            <a:endParaRPr lang="en-US" sz="2800" dirty="0"/>
          </a:p>
          <a:p>
            <a:r>
              <a:rPr lang="ru-RU" sz="2800" i="1" dirty="0" err="1"/>
              <a:t>git</a:t>
            </a:r>
            <a:r>
              <a:rPr lang="ru-RU" sz="2800" i="1" dirty="0"/>
              <a:t> </a:t>
            </a:r>
            <a:r>
              <a:rPr lang="ru-RU" sz="2800" i="1" dirty="0" err="1"/>
              <a:t>add</a:t>
            </a:r>
            <a:r>
              <a:rPr lang="ru-RU" sz="2800" i="1" dirty="0"/>
              <a:t> index.html </a:t>
            </a:r>
            <a:r>
              <a:rPr lang="ru-RU" sz="2800" dirty="0"/>
              <a:t>— добавить конкретный файл</a:t>
            </a:r>
            <a:endParaRPr lang="en-US" sz="2800" dirty="0"/>
          </a:p>
          <a:p>
            <a:r>
              <a:rPr lang="ru-RU" sz="2800" i="1" dirty="0" err="1"/>
              <a:t>git</a:t>
            </a:r>
            <a:r>
              <a:rPr lang="ru-RU" sz="2800" i="1" dirty="0"/>
              <a:t> </a:t>
            </a:r>
            <a:r>
              <a:rPr lang="ru-RU" sz="2800" i="1" dirty="0" err="1"/>
              <a:t>add</a:t>
            </a:r>
            <a:r>
              <a:rPr lang="ru-RU" sz="2800" i="1" dirty="0"/>
              <a:t> . </a:t>
            </a:r>
            <a:r>
              <a:rPr lang="ru-RU" sz="2800" dirty="0"/>
              <a:t>— добавить все измененные файлы в текущей папке</a:t>
            </a:r>
            <a:endParaRPr lang="en-US" sz="2800" dirty="0"/>
          </a:p>
          <a:p>
            <a:r>
              <a:rPr lang="ru-RU" sz="2800" dirty="0"/>
              <a:t>Это создание «</a:t>
            </a:r>
            <a:r>
              <a:rPr lang="ru-RU" sz="2800" b="1" dirty="0"/>
              <a:t>черновика</a:t>
            </a:r>
            <a:r>
              <a:rPr lang="ru-RU" sz="2800" dirty="0"/>
              <a:t>» перед чистовым сохранением</a:t>
            </a:r>
          </a:p>
        </p:txBody>
      </p:sp>
    </p:spTree>
    <p:extLst>
      <p:ext uri="{BB962C8B-B14F-4D97-AF65-F5344CB8AC3E}">
        <p14:creationId xmlns:p14="http://schemas.microsoft.com/office/powerpoint/2010/main" val="144670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6E5809-D6B9-41D8-A626-087649595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ru-RU" dirty="0" err="1"/>
              <a:t>Коммит</a:t>
            </a:r>
            <a:r>
              <a:rPr lang="ru-RU" dirty="0"/>
              <a:t> (</a:t>
            </a:r>
            <a:r>
              <a:rPr lang="en-US" dirty="0"/>
              <a:t>Commit)?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C5F4ED-D13F-4BDE-A337-464FDF9A9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b="1" dirty="0" err="1"/>
              <a:t>Коммит</a:t>
            </a:r>
            <a:r>
              <a:rPr lang="ru-RU" sz="2800" dirty="0"/>
              <a:t> — это «снимок» (</a:t>
            </a:r>
            <a:r>
              <a:rPr lang="ru-RU" sz="2800" dirty="0" err="1"/>
              <a:t>snapshot</a:t>
            </a:r>
            <a:r>
              <a:rPr lang="ru-RU" sz="2800" dirty="0"/>
              <a:t>) состояния всех файлов проекта</a:t>
            </a:r>
            <a:endParaRPr lang="en-US" sz="2800" dirty="0"/>
          </a:p>
          <a:p>
            <a:r>
              <a:rPr lang="ru-RU" sz="2800" dirty="0"/>
              <a:t>Каждый </a:t>
            </a:r>
            <a:r>
              <a:rPr lang="ru-RU" sz="2800" dirty="0" err="1"/>
              <a:t>коммит</a:t>
            </a:r>
            <a:r>
              <a:rPr lang="ru-RU" sz="2800" dirty="0"/>
              <a:t> имеет уникальный </a:t>
            </a:r>
            <a:r>
              <a:rPr lang="ru-RU" sz="2800" i="1" dirty="0"/>
              <a:t>ID</a:t>
            </a:r>
            <a:r>
              <a:rPr lang="ru-RU" sz="2800" dirty="0"/>
              <a:t> (хэш-код)</a:t>
            </a:r>
            <a:endParaRPr lang="en-US" sz="2800" dirty="0"/>
          </a:p>
          <a:p>
            <a:r>
              <a:rPr lang="ru-RU" sz="2800" dirty="0"/>
              <a:t>Из </a:t>
            </a:r>
            <a:r>
              <a:rPr lang="ru-RU" sz="2800" dirty="0" err="1"/>
              <a:t>коммита</a:t>
            </a:r>
            <a:r>
              <a:rPr lang="ru-RU" sz="2800" dirty="0"/>
              <a:t> нельзя ничего удалить бесследно — это основа безопасности</a:t>
            </a:r>
          </a:p>
        </p:txBody>
      </p:sp>
    </p:spTree>
    <p:extLst>
      <p:ext uri="{BB962C8B-B14F-4D97-AF65-F5344CB8AC3E}">
        <p14:creationId xmlns:p14="http://schemas.microsoft.com/office/powerpoint/2010/main" val="32138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2C9B81-A3B3-4FD8-B61D-6C8766B7D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писать сообщения к </a:t>
            </a:r>
            <a:r>
              <a:rPr lang="ru-RU" dirty="0" err="1"/>
              <a:t>коммитам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4B39A0-CE74-4663-B773-5CED29790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41612"/>
            <a:ext cx="9601200" cy="3581400"/>
          </a:xfrm>
        </p:spPr>
        <p:txBody>
          <a:bodyPr>
            <a:normAutofit/>
          </a:bodyPr>
          <a:lstStyle/>
          <a:p>
            <a:r>
              <a:rPr lang="ru-RU" sz="2800" dirty="0"/>
              <a:t>Команда: </a:t>
            </a:r>
            <a:r>
              <a:rPr lang="en-US" sz="2800" i="1" dirty="0"/>
              <a:t>git commit -m "</a:t>
            </a:r>
            <a:r>
              <a:rPr lang="ru-RU" sz="2800" i="1" dirty="0"/>
              <a:t>Краткое описание“</a:t>
            </a:r>
            <a:endParaRPr lang="en-US" sz="2800" i="1" dirty="0"/>
          </a:p>
          <a:p>
            <a:r>
              <a:rPr lang="ru-RU" sz="2800" dirty="0"/>
              <a:t>Плохо: </a:t>
            </a:r>
            <a:r>
              <a:rPr lang="en-US" sz="2800" i="1" dirty="0"/>
              <a:t>git commit -m "fix", git commit -m "111“</a:t>
            </a:r>
          </a:p>
          <a:p>
            <a:r>
              <a:rPr lang="ru-RU" sz="2800" dirty="0"/>
              <a:t>Хорошо: </a:t>
            </a:r>
            <a:r>
              <a:rPr lang="en-US" sz="2800" i="1" dirty="0"/>
              <a:t>git commit -m "feat: </a:t>
            </a:r>
            <a:r>
              <a:rPr lang="ru-RU" sz="2800" i="1" dirty="0"/>
              <a:t>добавить шапку сайта", </a:t>
            </a:r>
            <a:r>
              <a:rPr lang="en-US" sz="2800" i="1" dirty="0"/>
              <a:t>git commit -m "style: </a:t>
            </a:r>
            <a:r>
              <a:rPr lang="ru-RU" sz="2800" i="1" dirty="0"/>
              <a:t>изменить цвет кнопок“</a:t>
            </a:r>
            <a:endParaRPr lang="en-US" sz="2800" i="1" dirty="0"/>
          </a:p>
          <a:p>
            <a:r>
              <a:rPr lang="ru-RU" sz="2800" b="1" dirty="0"/>
              <a:t>Правило</a:t>
            </a:r>
            <a:r>
              <a:rPr lang="ru-RU" sz="2800" dirty="0"/>
              <a:t>: пишите так, чтобы через месяц вы поняли, что сделали</a:t>
            </a:r>
          </a:p>
        </p:txBody>
      </p:sp>
    </p:spTree>
    <p:extLst>
      <p:ext uri="{BB962C8B-B14F-4D97-AF65-F5344CB8AC3E}">
        <p14:creationId xmlns:p14="http://schemas.microsoft.com/office/powerpoint/2010/main" val="3615488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042B9F-124A-43DD-88DD-10924088B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Игнорирование лишнего (.</a:t>
            </a:r>
            <a:r>
              <a:rPr lang="en-US" dirty="0" err="1"/>
              <a:t>gitignore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9F8FFA-F3F0-4D3E-800A-2C01098E9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Не всё нужно хранить в </a:t>
            </a:r>
            <a:r>
              <a:rPr lang="ru-RU" sz="2800" dirty="0" err="1"/>
              <a:t>Git</a:t>
            </a:r>
            <a:r>
              <a:rPr lang="ru-RU" sz="2800" dirty="0"/>
              <a:t> (временные файлы, пароли, папки настроек редактора)</a:t>
            </a:r>
            <a:endParaRPr lang="en-US" sz="2800" dirty="0"/>
          </a:p>
          <a:p>
            <a:r>
              <a:rPr lang="ru-RU" sz="2800" dirty="0"/>
              <a:t>Файл .</a:t>
            </a:r>
            <a:r>
              <a:rPr lang="ru-RU" sz="2800" i="1" dirty="0" err="1"/>
              <a:t>gitignore</a:t>
            </a:r>
            <a:r>
              <a:rPr lang="ru-RU" sz="2800" dirty="0"/>
              <a:t> — список исключений</a:t>
            </a:r>
            <a:endParaRPr lang="en-US" sz="2800" dirty="0"/>
          </a:p>
          <a:p>
            <a:r>
              <a:rPr lang="ru-RU" sz="2800" b="1" dirty="0"/>
              <a:t>Правила написания</a:t>
            </a:r>
            <a:r>
              <a:rPr lang="ru-RU" sz="2800" dirty="0"/>
              <a:t>: одна строка — одна маска файла (например, *.</a:t>
            </a:r>
            <a:r>
              <a:rPr lang="ru-RU" sz="2800" dirty="0" err="1"/>
              <a:t>log</a:t>
            </a:r>
            <a:r>
              <a:rPr lang="ru-RU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02610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B6D455-E29E-4C0D-ABAF-736044FA1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Просмотр истории (</a:t>
            </a:r>
            <a:r>
              <a:rPr lang="en-US" dirty="0"/>
              <a:t>git log)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04AEA2-AC5F-4A98-972D-43BF83C82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Команда </a:t>
            </a:r>
            <a:r>
              <a:rPr lang="ru-RU" sz="2800" i="1" dirty="0" err="1"/>
              <a:t>git</a:t>
            </a:r>
            <a:r>
              <a:rPr lang="ru-RU" sz="2800" i="1" dirty="0"/>
              <a:t> </a:t>
            </a:r>
            <a:r>
              <a:rPr lang="ru-RU" sz="2800" i="1" dirty="0" err="1"/>
              <a:t>log</a:t>
            </a:r>
            <a:endParaRPr lang="en-US" sz="2800" i="1" dirty="0"/>
          </a:p>
          <a:p>
            <a:r>
              <a:rPr lang="ru-RU" sz="2800" dirty="0"/>
              <a:t>Кто сделал изменения?</a:t>
            </a:r>
            <a:endParaRPr lang="en-US" sz="2800" dirty="0"/>
          </a:p>
          <a:p>
            <a:r>
              <a:rPr lang="ru-RU" sz="2800" dirty="0"/>
              <a:t>Когда они были сделаны?</a:t>
            </a:r>
            <a:endParaRPr lang="en-US" sz="2800" dirty="0"/>
          </a:p>
          <a:p>
            <a:r>
              <a:rPr lang="ru-RU" sz="2800" dirty="0"/>
              <a:t>Как выглядит история «спасения»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497244010"/>
      </p:ext>
    </p:extLst>
  </p:cSld>
  <p:clrMapOvr>
    <a:masterClrMapping/>
  </p:clrMapOvr>
</p:sld>
</file>

<file path=ppt/theme/theme1.xml><?xml version="1.0" encoding="utf-8"?>
<a:theme xmlns:a="http://schemas.openxmlformats.org/drawingml/2006/main" name="Обрезка">
  <a:themeElements>
    <a:clrScheme name="Обрезка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Обрезка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Обрезк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Типы моделей данных</Template>
  <TotalTime>19</TotalTime>
  <Words>649</Words>
  <Application>Microsoft Office PowerPoint</Application>
  <PresentationFormat>Широкоэкранный</PresentationFormat>
  <Paragraphs>73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9" baseType="lpstr">
      <vt:lpstr>Arial</vt:lpstr>
      <vt:lpstr>Franklin Gothic Book</vt:lpstr>
      <vt:lpstr>Обрезка</vt:lpstr>
      <vt:lpstr>Введение в контроль версий</vt:lpstr>
      <vt:lpstr>Проблема «Final_v2_new_fixed.html»</vt:lpstr>
      <vt:lpstr>Что такое VCS (Version Control System)?</vt:lpstr>
      <vt:lpstr>История создания Git</vt:lpstr>
      <vt:lpstr>Централизованные vs Распределенные системы</vt:lpstr>
      <vt:lpstr>Три состояния файла в Git</vt:lpstr>
      <vt:lpstr>Основные этапы работы (Workflow)</vt:lpstr>
      <vt:lpstr>Установка Git</vt:lpstr>
      <vt:lpstr>Первая настройка (Identity)</vt:lpstr>
      <vt:lpstr>Создание репозитория</vt:lpstr>
      <vt:lpstr>Команда Git Status</vt:lpstr>
      <vt:lpstr>Подготовка файлов (git add)</vt:lpstr>
      <vt:lpstr>Что такое Коммит (Commit)?</vt:lpstr>
      <vt:lpstr>Как писать сообщения к коммитам</vt:lpstr>
      <vt:lpstr>Игнорирование лишнего (.gitignore)</vt:lpstr>
      <vt:lpstr>Просмотр истории (git log)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контроль версий</dc:title>
  <dc:creator>Артём Робертович Мусин</dc:creator>
  <cp:lastModifiedBy>Артём Робертович Мусин</cp:lastModifiedBy>
  <cp:revision>37</cp:revision>
  <dcterms:created xsi:type="dcterms:W3CDTF">2026-02-06T06:13:05Z</dcterms:created>
  <dcterms:modified xsi:type="dcterms:W3CDTF">2026-02-06T06:32:59Z</dcterms:modified>
</cp:coreProperties>
</file>